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1" d="100"/>
          <a:sy n="81" d="100"/>
        </p:scale>
        <p:origin x="754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FDA97B-DDEA-1ABD-17FB-DD5A9789FDC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4C3967B-DDBD-5CB2-16EF-74B4104A1A9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0B2AF7-9580-F169-5486-228AA885C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9F6D65-B8B1-461C-BD28-6EFC2A065D8A}" type="datetimeFigureOut">
              <a:rPr lang="en-IN" smtClean="0"/>
              <a:t>09-02-2026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F51E1C-C655-D8F9-1582-0ABB7B8039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E5467A-2552-80EE-6E3E-435C2E002B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D8A00F-5D2F-4D09-A762-F044FC901C7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381133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791740-AAC1-9055-3278-7392217DEE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9F1492-33B4-2D08-8B6A-7AAF082E6D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ABE024-7323-F17D-3CEF-BC9C8B86A7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9F6D65-B8B1-461C-BD28-6EFC2A065D8A}" type="datetimeFigureOut">
              <a:rPr lang="en-IN" smtClean="0"/>
              <a:t>09-02-2026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073051-68F7-CD32-1E70-601A576873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3FC076-4D9B-4E8B-5D53-76FD532E0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D8A00F-5D2F-4D09-A762-F044FC901C7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820762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6C909A-C63E-7D60-1903-E1BA135842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9628C2-D663-F3A0-6B99-7FE515B74B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EADFCA-EA16-5254-4A8D-5EE630E710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9F6D65-B8B1-461C-BD28-6EFC2A065D8A}" type="datetimeFigureOut">
              <a:rPr lang="en-IN" smtClean="0"/>
              <a:t>09-02-2026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14944F-8958-C1F6-4000-FFFD6D9391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AE8E99-7428-25E4-0B92-A5ADC74B58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D8A00F-5D2F-4D09-A762-F044FC901C7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245411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13680A-0E31-39DB-72B1-B74CC99D59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AB29A2-55CC-FDF4-93BA-793DDBF5E37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FD9F605-D5F4-C159-F553-AA4087882F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4D9A08E-F054-0674-FF80-57AC7368EB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9F6D65-B8B1-461C-BD28-6EFC2A065D8A}" type="datetimeFigureOut">
              <a:rPr lang="en-IN" smtClean="0"/>
              <a:t>09-02-2026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1735D6-AC8B-CA54-5674-AA3D43694B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92CC45A-BE73-EC69-DDB5-D9FFEE4768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D8A00F-5D2F-4D09-A762-F044FC901C7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375778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9C1D41-4CAF-F586-B84D-0D4CFB8986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7E6702-D09E-63AE-8848-DB08D7928C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450BAA-CB79-1426-B5DE-13883DA845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2278E13-A8F0-BBB4-CA0A-AEF5FF69963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E0ACA09-CB49-88D9-DD99-D121DFACD55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2C9B770-669B-BA71-D442-8B9D1BA83F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9F6D65-B8B1-461C-BD28-6EFC2A065D8A}" type="datetimeFigureOut">
              <a:rPr lang="en-IN" smtClean="0"/>
              <a:t>09-02-2026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B4B3D97-41EE-EE35-DA7B-F92AF38054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66FD8F9-DAE7-1F1C-8806-82DC100C7E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D8A00F-5D2F-4D09-A762-F044FC901C7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768866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1FFCD8-A6EF-D87D-9167-3758B4EC6A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3262294-1C2D-7C9B-24CE-6B18CBA750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9F6D65-B8B1-461C-BD28-6EFC2A065D8A}" type="datetimeFigureOut">
              <a:rPr lang="en-IN" smtClean="0"/>
              <a:t>09-02-2026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9F065F0-0A79-568D-CB9F-40E03CE038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3BEB4D-3713-DCC0-A2BF-8EB5095C53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D8A00F-5D2F-4D09-A762-F044FC901C7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035773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B41DEC1-8312-487D-111A-AD91453ECD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9F6D65-B8B1-461C-BD28-6EFC2A065D8A}" type="datetimeFigureOut">
              <a:rPr lang="en-IN" smtClean="0"/>
              <a:t>09-02-2026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0E714BF-6746-F84E-8166-80860C1B5D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417A2E-332A-36D3-8AF3-17CFF28A62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D8A00F-5D2F-4D09-A762-F044FC901C7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454901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FCA30C-0392-B996-F4C2-EA59E9525A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DE35CB-2942-38A6-9213-9F4D98C7DB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0070EB-A7DE-18F6-3467-D9DFC0FB99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C85AA3-F2E2-362A-B7E2-E45325FB29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9F6D65-B8B1-461C-BD28-6EFC2A065D8A}" type="datetimeFigureOut">
              <a:rPr lang="en-IN" smtClean="0"/>
              <a:t>09-02-2026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075046-6A50-95DA-7759-BBD5E2A756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C167E66-9E05-0EA0-7106-77AFAC37AF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D8A00F-5D2F-4D09-A762-F044FC901C7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418475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59DBE8-E10E-9939-23FC-28749FA8E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6E50DB0-9148-3222-F1B6-FC31C3D49E8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18D0272-8F5E-FCDA-8955-62A11BF936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A62435-F77F-A79E-2357-E1CDF31BB5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9F6D65-B8B1-461C-BD28-6EFC2A065D8A}" type="datetimeFigureOut">
              <a:rPr lang="en-IN" smtClean="0"/>
              <a:t>09-02-2026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2461117-C258-D339-3E30-762FB59DB5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3DB44A-4EC2-9C88-6D12-41472D9988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D8A00F-5D2F-4D09-A762-F044FC901C7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817914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D15C6C-4502-B1A3-40FC-9791D5DBEE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40C2B8D-9507-B569-F3C2-12EC84E674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1C097C-C081-573C-1623-84881A971A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9F6D65-B8B1-461C-BD28-6EFC2A065D8A}" type="datetimeFigureOut">
              <a:rPr lang="en-IN" smtClean="0"/>
              <a:t>09-02-2026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A05986-6091-9322-3E3B-98CB00113D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BB5AC0-0F1A-1A45-84D5-6E23C8AE92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D8A00F-5D2F-4D09-A762-F044FC901C7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810985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9AF64E6-B953-54D1-0306-DBAA358C590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33B418E-6CFE-18DA-8DA7-ADED878BC26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638D5C-452D-29E5-64F7-FF21F3C4C0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9F6D65-B8B1-461C-BD28-6EFC2A065D8A}" type="datetimeFigureOut">
              <a:rPr lang="en-IN" smtClean="0"/>
              <a:t>09-02-2026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166F07-3B32-162D-5A2D-A7561A9BE7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CC9F76-537E-8FB8-58E7-4B3877EF66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D8A00F-5D2F-4D09-A762-F044FC901C7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403870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15BADF3-1B18-DA89-29F1-5711A3C54B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054829-A904-1AAA-EAE3-CBEC862E9C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685A22-3406-8A4F-B2AB-1BA943F43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39F6D65-B8B1-461C-BD28-6EFC2A065D8A}" type="datetimeFigureOut">
              <a:rPr lang="en-IN" smtClean="0"/>
              <a:t>09-02-2026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563CA8-5A5D-A973-403E-FA339003E3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85DF6F-4860-0692-60D0-67C65641D4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D8A00F-5D2F-4D09-A762-F044FC901C7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66472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4ADEAEF-3107-04A5-3BDD-16251431B779}"/>
              </a:ext>
            </a:extLst>
          </p:cNvPr>
          <p:cNvSpPr/>
          <p:nvPr/>
        </p:nvSpPr>
        <p:spPr>
          <a:xfrm>
            <a:off x="0" y="716437"/>
            <a:ext cx="12192000" cy="4571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4B505F7-3A31-879F-FAD1-A363D892A961}"/>
              </a:ext>
            </a:extLst>
          </p:cNvPr>
          <p:cNvSpPr/>
          <p:nvPr/>
        </p:nvSpPr>
        <p:spPr>
          <a:xfrm>
            <a:off x="196356" y="-1233"/>
            <a:ext cx="3107774" cy="70788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4000" b="0" cap="none" spc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Your text here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44976AB-F897-BED5-6774-B4346A918207}"/>
              </a:ext>
            </a:extLst>
          </p:cNvPr>
          <p:cNvSpPr/>
          <p:nvPr/>
        </p:nvSpPr>
        <p:spPr>
          <a:xfrm>
            <a:off x="659876" y="1338605"/>
            <a:ext cx="2941163" cy="87810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2DC36C5-57A1-0A64-35EB-8AEDC79ECDB1}"/>
              </a:ext>
            </a:extLst>
          </p:cNvPr>
          <p:cNvSpPr/>
          <p:nvPr/>
        </p:nvSpPr>
        <p:spPr>
          <a:xfrm>
            <a:off x="4554717" y="1338604"/>
            <a:ext cx="2941163" cy="87810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CD10FC7-FB08-74A5-E329-B370F658583B}"/>
              </a:ext>
            </a:extLst>
          </p:cNvPr>
          <p:cNvSpPr/>
          <p:nvPr/>
        </p:nvSpPr>
        <p:spPr>
          <a:xfrm>
            <a:off x="8449558" y="1338603"/>
            <a:ext cx="2941163" cy="87810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5EA1665-064C-8690-5492-C13DA7F3D763}"/>
              </a:ext>
            </a:extLst>
          </p:cNvPr>
          <p:cNvCxnSpPr/>
          <p:nvPr/>
        </p:nvCxnSpPr>
        <p:spPr>
          <a:xfrm>
            <a:off x="4044099" y="1338603"/>
            <a:ext cx="0" cy="3167409"/>
          </a:xfrm>
          <a:prstGeom prst="line">
            <a:avLst/>
          </a:prstGeom>
          <a:ln w="3810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B568853-C935-DBC0-5059-9128B52F7581}"/>
              </a:ext>
            </a:extLst>
          </p:cNvPr>
          <p:cNvCxnSpPr/>
          <p:nvPr/>
        </p:nvCxnSpPr>
        <p:spPr>
          <a:xfrm>
            <a:off x="7910660" y="1293038"/>
            <a:ext cx="0" cy="3167409"/>
          </a:xfrm>
          <a:prstGeom prst="line">
            <a:avLst/>
          </a:prstGeom>
          <a:ln w="3810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B1BB7C51-F67F-234A-CAFB-15DAB6B2B694}"/>
              </a:ext>
            </a:extLst>
          </p:cNvPr>
          <p:cNvSpPr/>
          <p:nvPr/>
        </p:nvSpPr>
        <p:spPr>
          <a:xfrm>
            <a:off x="3541335" y="4776088"/>
            <a:ext cx="4967925" cy="61274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9" name="Flowchart: Magnetic Disk 38">
            <a:extLst>
              <a:ext uri="{FF2B5EF4-FFF2-40B4-BE49-F238E27FC236}">
                <a16:creationId xmlns:a16="http://schemas.microsoft.com/office/drawing/2014/main" id="{20D84BFC-F9DB-E40D-B9F4-F28BEB4E8CD9}"/>
              </a:ext>
            </a:extLst>
          </p:cNvPr>
          <p:cNvSpPr/>
          <p:nvPr/>
        </p:nvSpPr>
        <p:spPr>
          <a:xfrm>
            <a:off x="4784889" y="5901179"/>
            <a:ext cx="2622222" cy="824845"/>
          </a:xfrm>
          <a:prstGeom prst="flowChartMagneticDisk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9B66A047-2B84-E3F8-CEA3-C02677B90A97}"/>
              </a:ext>
            </a:extLst>
          </p:cNvPr>
          <p:cNvSpPr/>
          <p:nvPr/>
        </p:nvSpPr>
        <p:spPr>
          <a:xfrm>
            <a:off x="1160736" y="1524675"/>
            <a:ext cx="1939441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400" b="0" cap="none" spc="0">
                <a:ln w="0"/>
                <a:solidFill>
                  <a:schemeClr val="bg1"/>
                </a:solidFill>
              </a:rPr>
              <a:t>Your text here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97C6348C-FB91-0DDB-21F5-11833F4DF480}"/>
              </a:ext>
            </a:extLst>
          </p:cNvPr>
          <p:cNvSpPr/>
          <p:nvPr/>
        </p:nvSpPr>
        <p:spPr>
          <a:xfrm>
            <a:off x="5007659" y="1524675"/>
            <a:ext cx="1939441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400" b="0" cap="none" spc="0">
                <a:ln w="0"/>
                <a:solidFill>
                  <a:schemeClr val="bg1"/>
                </a:solidFill>
              </a:rPr>
              <a:t>Your text here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82C74BC9-3246-81F8-1890-DACE3884A03F}"/>
              </a:ext>
            </a:extLst>
          </p:cNvPr>
          <p:cNvSpPr/>
          <p:nvPr/>
        </p:nvSpPr>
        <p:spPr>
          <a:xfrm>
            <a:off x="8874219" y="1524674"/>
            <a:ext cx="1939441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400" b="0" cap="none" spc="0">
                <a:ln w="0"/>
                <a:solidFill>
                  <a:schemeClr val="bg1"/>
                </a:solidFill>
              </a:rPr>
              <a:t>Your text here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7B71F23-372F-B1A4-4775-49DC0154AF7F}"/>
              </a:ext>
            </a:extLst>
          </p:cNvPr>
          <p:cNvSpPr txBox="1"/>
          <p:nvPr/>
        </p:nvSpPr>
        <p:spPr>
          <a:xfrm>
            <a:off x="362968" y="2532353"/>
            <a:ext cx="3459601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ABCDEFGGGGGGGASDKJLBALK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SDKjanckjsnckjvnskfnvksdfjvnsl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Kjfvslkjfvskfjvkdljfvbsdkjfvbdskjf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Skdjslkfdjvblkfjvbdkfjvbsdkfjlvsd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Ksajkjdfbkfjvb;kfbvkjdav;ksdjfvb</a:t>
            </a:r>
            <a:endParaRPr lang="en-IN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98679E1-C362-3D33-21E9-B0E5FF114AA4}"/>
              </a:ext>
            </a:extLst>
          </p:cNvPr>
          <p:cNvSpPr txBox="1"/>
          <p:nvPr/>
        </p:nvSpPr>
        <p:spPr>
          <a:xfrm>
            <a:off x="4281341" y="2532353"/>
            <a:ext cx="3459601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ABCDEFGGGGGGGASDKJLBALK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SDKjanckjsnckjvnskfnvksdfjvnsl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Kjfvslkjfvskfjvkdljfvbsdkjfvbdskjf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Skdjslkfdjvblkfjvbdkfjvbsdkfjlvsd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Ksajkjdfbkfjvb;kfbvkjdav;ksdjfvb</a:t>
            </a:r>
            <a:endParaRPr lang="en-IN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E22220F-3F8B-4C00-1038-696E03B682E9}"/>
              </a:ext>
            </a:extLst>
          </p:cNvPr>
          <p:cNvSpPr txBox="1"/>
          <p:nvPr/>
        </p:nvSpPr>
        <p:spPr>
          <a:xfrm>
            <a:off x="8155722" y="3894407"/>
            <a:ext cx="33815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ABCDEFGGGGGGGASDKJLBALK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6FA3C10D-C874-DCE7-C062-CF2679064881}"/>
              </a:ext>
            </a:extLst>
          </p:cNvPr>
          <p:cNvSpPr/>
          <p:nvPr/>
        </p:nvSpPr>
        <p:spPr>
          <a:xfrm>
            <a:off x="8606672" y="2705493"/>
            <a:ext cx="2658347" cy="10746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221446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</TotalTime>
  <Words>31</Words>
  <Application>Microsoft Office PowerPoint</Application>
  <PresentationFormat>Widescreen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sai prashanth</dc:creator>
  <cp:lastModifiedBy>sai prashanth</cp:lastModifiedBy>
  <cp:revision>2</cp:revision>
  <dcterms:created xsi:type="dcterms:W3CDTF">2026-02-08T19:06:29Z</dcterms:created>
  <dcterms:modified xsi:type="dcterms:W3CDTF">2026-02-08T19:40:09Z</dcterms:modified>
</cp:coreProperties>
</file>